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国内短剧平台竞品调研报告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C8FF"/>
                </a:solidFill>
              </a:defRPr>
            </a:pPr>
            <a:r>
              <a:t>移动端功能分析与差异化竞争策略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市场概览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2026年AI短剧市场规模预计突破677.9亿元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用户规模从1.2亿增至2.8亿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AI仿真人短剧在漫剧百强榜占比从7%飙升至38%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日均上线新作超过600部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爆款率仅0.16%，64%作品播放量无法突破100万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选择合适工具是破局关键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六家产品对比总览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1440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2251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所属公司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有移动端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主要特色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PC端引流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小云雀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字节跳动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✅有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一句话生成短剧，短剧Agent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暂无PC版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即梦AI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字节跳动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✅有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AI绘画+视频+数字人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字节生态联动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可灵AI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快手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✅有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长视频生成（120秒）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网页/APP/小程序多端同步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纳米漫剧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✗无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工业级流水线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PC端为主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天工短剧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昆仑万维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✗无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传统分镜+一键生成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PC端为主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万兴剧厂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万兴科技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✗无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精品漫剧全链路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PC端为主，后剪辑闭环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小云雀 - 移动端功能分析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核心定位：移动端专属AI短剧创作工具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暂无PC版，仅移动端APP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主要功能：智能成片、数字人视频、AI设计、AI换背景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支持2D、3D、仿真人多种画风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特色功能：短剧Agent，5人8天完成60集短剧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角色一致性强，百集不崩脸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与PC端关系：独立移动端产品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通过抖音生态实现流量转化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即梦AI &amp; 可灵AI - 移动端分析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即梦AI：AI创意生成平台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移动端APP，文生图、文生视频、图生视频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即梦特色：无限画布、数字人创作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与剪映无缝衔接，字节生态联动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可灵AI：AI视频生成平台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移动端APP「快手可灵」，网页/APP/小程序多端同步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可灵特色：长视频生成（120秒）、物理仿真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续写功能延至3分钟，适合短剧创作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纳米、天工、万兴 - PC端为主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纳米漫剧流水线（360）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工业级量产平台，PC端为主，单集30-60分钟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天工短剧工作台（昆仑万维）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PC端平台，传统分镜与一键生成两种方式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万兴剧厂（万兴科技）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精品漫剧全链路，PC端为主，与万兴喵影打通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共同特点：无专门移动端APP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侧重B端批量生产，不注重C端移动体验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移动端vs PC端功能对比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980B9"/>
                </a:solidFill>
              </a:defRPr>
            </a:pPr>
            <a:r>
              <a:t>移动端（小云雀、即梦、可灵）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零门槛，一句话生成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随时随地创作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侧重C端用户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社交分享便捷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字节/快手生态支持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E74C3C"/>
                </a:solidFill>
              </a:defRPr>
            </a:pPr>
            <a:r>
              <a:t>PC端（纳米、天工、万兴）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专业深度创作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工业级批量生产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侧重B端团队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后剪辑功能完善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成本控制精细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移动端与PC端关系分析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引流关系：字节/快手生态实现自然流量转化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可灵支持网页/APP/小程序多端同步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功能互补：移动端灵感捕捉 + PC端深度创作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但多数平台未实现两端打通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差异化定位：移动端C端，PC端B端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形成用户分层，避免直接竞争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机会点：建立PC→移动端引流闭环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通过作品分享、社区互动实现流量流转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差异化竞争策略建议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8046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移动端策略：突出轻量化、社交化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一句话生成、社区灵感分享、一键发布抖音/快手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PC端策略：强化专业工具链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深度分镜编辑、批量生成、成本核算看板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差异化功能：短剧AI导演、角色IP管理库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内置爆款剧本库、题材热度预测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生态建设：建立创作者社区+变现通道</a:t>
            </a:r>
          </a:p>
          <a:p>
            <a:pPr>
              <a:spcAft>
                <a:spcPts val="1200"/>
              </a:spcAft>
              <a:defRPr sz="1400">
                <a:solidFill>
                  <a:srgbClr val="505F78"/>
                </a:solidFill>
              </a:defRPr>
            </a:pPr>
            <a:r>
              <a:t>  接单广场、版权交易、流量扶持计划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总结与建议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B4DCFF"/>
                </a:solidFill>
              </a:defRPr>
            </a:pPr>
            <a:r>
              <a:t>✓ 小云雀是移动端标杆：纯移动端，短剧Agent模式值得借鉴</a:t>
            </a:r>
          </a:p>
          <a:p>
            <a:pPr>
              <a:spcAft>
                <a:spcPts val="1000"/>
              </a:spcAft>
              <a:defRPr sz="1800">
                <a:solidFill>
                  <a:srgbClr val="B4DCFF"/>
                </a:solidFill>
              </a:defRPr>
            </a:pPr>
            <a:r>
              <a:t>✓ 即梦、可灵多端同步：网页/APP/小程序数据互通，创作不间断</a:t>
            </a:r>
          </a:p>
          <a:p>
            <a:pPr>
              <a:spcAft>
                <a:spcPts val="1000"/>
              </a:spcAft>
              <a:defRPr sz="1800">
                <a:solidFill>
                  <a:srgbClr val="B4DCFF"/>
                </a:solidFill>
              </a:defRPr>
            </a:pPr>
            <a:r>
              <a:t>✓ 纳米、天工、万兴缺移动端：这是我们的机会窗口</a:t>
            </a:r>
          </a:p>
          <a:p>
            <a:pPr>
              <a:spcAft>
                <a:spcPts val="1000"/>
              </a:spcAft>
              <a:defRPr sz="1800">
                <a:solidFill>
                  <a:srgbClr val="B4DCFF"/>
                </a:solidFill>
              </a:defRPr>
            </a:pPr>
            <a:r>
              <a:t>✓ 建议：PC端做专业工具，移动端做轻量创作+社区，两端联动引流</a:t>
            </a:r>
          </a:p>
          <a:p>
            <a:pPr>
              <a:spcAft>
                <a:spcPts val="1000"/>
              </a:spcAft>
              <a:defRPr sz="1800">
                <a:solidFill>
                  <a:srgbClr val="B4DCFF"/>
                </a:solidFill>
              </a:defRPr>
            </a:pPr>
            <a:r>
              <a:t>✓ 差异化：内置爆款剧本库、题材热度预测、AI导演系统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